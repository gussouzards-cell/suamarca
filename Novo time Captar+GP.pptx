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2446" r:id="rId2"/>
    <p:sldId id="214747244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C92F6-425D-4432-A1B3-A5DC6CEA5BF1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7D950-37BD-49D2-8D67-6FE45955B9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50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43fffc83d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g43fffc83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898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43fffc83d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g43fffc83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886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1C884-E866-DB2E-BF60-64EBEF37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16CDBE-DE60-CB82-47B5-82AB535A6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32A484-8283-971C-8CE4-7116416E7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B3C19C-3B68-FB1C-1733-83414BC9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8BE838-21CD-0508-0FEC-DFBF72F6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86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94568-DA35-90AB-5751-3480FDCA6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1738DD-2A8F-FA27-FE81-F0B0122F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15BD23-72D1-31CE-7C5D-ECE997F1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D1B3E9-A6F1-4949-EFE6-72DE1E5F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5635C6-6DA0-F226-C6A4-2B9E8ED1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1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7B197-5F64-486E-8DA5-B91994EA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1242D5-0AA2-7050-180B-2FF61FB14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17C874-5D84-70E2-7264-70D4900C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CE2200-3357-56DB-E997-FBE6FD28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F886D-470F-2916-DACE-7B29697E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317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8D105-1DB6-27CC-6026-D44647FF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B4701-CDFA-CFEE-42B6-B7C427CD0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178DD3-8287-DDE8-257D-806F781C7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003C7C-88D0-6830-F546-CE14C550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42020B-56C4-0878-D4A4-EF117F96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CB591B-CCBB-A15C-D8B6-43E2C0DFA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50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234A3-CD66-65D6-CAFD-760DF682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14104C-C3A6-2081-DC77-5FB49A926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4CCE8D-F0E4-D1A6-F1A2-3F780A642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5C5B31-3ADD-879E-22CF-4EFF9D017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58CACDF-3715-3FC0-50B2-4384A2AB0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67CDA6-46DB-C03B-8DE1-E71290FD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40A6FA5-9A36-5768-E1BA-835D7002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DDBE1A-013F-32C8-F473-126F599D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970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B22EE-B835-8764-438B-28EC335D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277415-FE86-95C1-5A24-572FC89B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826CF0-0812-DB13-F7BB-AC8413DB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0D78B1-1B89-3E49-EC66-FC3CD0BA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10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FCC7E3-140B-A8AC-64DB-CA776BA0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F89075-17EC-DD30-98C5-FCEC8850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B40366-421E-30FA-F99A-D36C63CC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42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126F4-6E61-0C86-F571-15C1D09EB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D1C623-6FDB-6816-ECCC-6A594D40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4BF002-E582-333E-F370-4F6286E3A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29648B-153A-DE0E-70BA-3C43FA56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460E7C-7EF9-64BC-C010-16F7FE60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CE910B-44CD-20FC-DA13-DCDB3CAF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48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BD1BD-9B54-47C0-2BB5-1FB988B9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420802-6AD5-1470-24F5-BC36607B0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8B2E73-661B-6B34-CF60-47D402B40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5CF932-FC7B-33B1-8489-6E5B9C49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B447D7-9EAA-11F6-F4FD-A3807951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F04181-3777-A78A-6222-F352E186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38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F544D-0BCA-50EC-C73F-67BB2606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3BA0E3-6608-A16F-8FA1-634704820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AAE6A3-B4AA-E02E-6269-B900A269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AE3AD-2488-0847-BE88-1018D11D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077D3D-6C4A-F920-5B38-3CA19D25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0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A0C940-98D8-FF0B-9BE2-72B6A61EB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61F90C-B199-7E3E-09DB-82B777C11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35FAE6-07BE-192C-3844-D40581D1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81409-DB0B-310A-F303-4C0FD6E2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446D50-3BE1-5BE8-8A1E-8C2FF78A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42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A5ECD5-504F-A680-A4F8-3348C4F2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8B05F6-8F8D-D803-820D-3AD957EA7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B84587-F5E5-B497-3A4E-943C17C95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401AC-E97E-41F1-ACE2-DB99282FA398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3A881C-8263-15A3-A212-5AEAAC66E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0F99D-F17F-6D1E-65B8-5691570F8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E4C3B-5A34-4F9F-9139-988A6DA6C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57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762;gb538ab4eb2_0_879">
            <a:extLst>
              <a:ext uri="{FF2B5EF4-FFF2-40B4-BE49-F238E27FC236}">
                <a16:creationId xmlns:a16="http://schemas.microsoft.com/office/drawing/2014/main" id="{55941D87-A924-8A34-2E24-7F57FE62FA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B3A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pt-BR" sz="2400"/>
          </a:p>
        </p:txBody>
      </p:sp>
      <p:sp>
        <p:nvSpPr>
          <p:cNvPr id="1885" name="Google Shape;1885;p152"/>
          <p:cNvSpPr txBox="1"/>
          <p:nvPr/>
        </p:nvSpPr>
        <p:spPr>
          <a:xfrm>
            <a:off x="358500" y="527729"/>
            <a:ext cx="11103200" cy="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Estrutura da Equipe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BD1A91-D20D-F318-5790-ACE1B962A036}"/>
              </a:ext>
            </a:extLst>
          </p:cNvPr>
          <p:cNvSpPr txBox="1"/>
          <p:nvPr/>
        </p:nvSpPr>
        <p:spPr>
          <a:xfrm>
            <a:off x="1294771" y="3572173"/>
            <a:ext cx="340666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sz="18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Captar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1618EF4-C3B7-E220-0E6D-DEEF5D0F711E}"/>
              </a:ext>
            </a:extLst>
          </p:cNvPr>
          <p:cNvSpPr txBox="1"/>
          <p:nvPr/>
        </p:nvSpPr>
        <p:spPr>
          <a:xfrm>
            <a:off x="890756" y="4913836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Dynamics365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96395E-4DB1-5705-CF36-23D91F60396A}"/>
              </a:ext>
            </a:extLst>
          </p:cNvPr>
          <p:cNvSpPr txBox="1"/>
          <p:nvPr/>
        </p:nvSpPr>
        <p:spPr>
          <a:xfrm>
            <a:off x="3204222" y="4913836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</a:p>
          <a:p>
            <a:pPr algn="ctr"/>
            <a:r>
              <a:rPr lang="pt-BR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.Net</a:t>
            </a: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1BD9EBC9-F705-ED86-A92F-34FCCFFB2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8" y="4257756"/>
            <a:ext cx="615553" cy="61555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6727F2-BCBC-613A-DADD-96AC267855DC}"/>
              </a:ext>
            </a:extLst>
          </p:cNvPr>
          <p:cNvSpPr txBox="1"/>
          <p:nvPr/>
        </p:nvSpPr>
        <p:spPr>
          <a:xfrm>
            <a:off x="-475501" y="4913836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Funcional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E9EC9815-F6F6-FD00-9359-D06E396C5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01" y="4257756"/>
            <a:ext cx="615555" cy="615555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84FDA48A-D5AF-AD4B-1800-481DA87D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78" y="5462461"/>
            <a:ext cx="615553" cy="615553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10948E-C130-83C0-BCCD-E42609BFB132}"/>
              </a:ext>
            </a:extLst>
          </p:cNvPr>
          <p:cNvSpPr txBox="1"/>
          <p:nvPr/>
        </p:nvSpPr>
        <p:spPr>
          <a:xfrm>
            <a:off x="775606" y="6078014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de 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Qualidade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09F6AA6-8F11-8E69-FF2B-A64947ED21EE}"/>
              </a:ext>
            </a:extLst>
          </p:cNvPr>
          <p:cNvSpPr txBox="1"/>
          <p:nvPr/>
        </p:nvSpPr>
        <p:spPr>
          <a:xfrm>
            <a:off x="5960748" y="2884733"/>
            <a:ext cx="173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</a:t>
            </a:r>
            <a:r>
              <a:rPr lang="pt-BR" sz="12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Manager</a:t>
            </a:r>
            <a:endParaRPr lang="pt-BR" sz="1333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Imagem 28" descr="Ícone&#10;&#10;Descrição gerada automaticamente">
            <a:extLst>
              <a:ext uri="{FF2B5EF4-FFF2-40B4-BE49-F238E27FC236}">
                <a16:creationId xmlns:a16="http://schemas.microsoft.com/office/drawing/2014/main" id="{784DF040-3C8F-F411-E176-04E9E1168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011" y="2280076"/>
            <a:ext cx="615553" cy="61555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D550DAA-F7C2-20DB-25FF-EFEEB6256332}"/>
              </a:ext>
            </a:extLst>
          </p:cNvPr>
          <p:cNvSpPr txBox="1"/>
          <p:nvPr/>
        </p:nvSpPr>
        <p:spPr>
          <a:xfrm>
            <a:off x="1944253" y="6072539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de 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Qualidade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EA2428-A512-68D5-2584-565C3542ABB6}"/>
              </a:ext>
            </a:extLst>
          </p:cNvPr>
          <p:cNvSpPr txBox="1"/>
          <p:nvPr/>
        </p:nvSpPr>
        <p:spPr>
          <a:xfrm>
            <a:off x="4823198" y="2884733"/>
            <a:ext cx="173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Arquiteto</a:t>
            </a:r>
            <a:b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Dynamics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F49D7F83-F41B-4817-C96A-A5DF9BF75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461" y="2280076"/>
            <a:ext cx="615553" cy="615553"/>
          </a:xfrm>
          <a:prstGeom prst="rect">
            <a:avLst/>
          </a:prstGeom>
        </p:spPr>
      </p:pic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7F77F0EC-0FAD-EC61-EF82-B10835D61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85" y="4257756"/>
            <a:ext cx="615553" cy="615553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9F1F6CBB-A4BD-4351-6B85-613CBEB4E2C6}"/>
              </a:ext>
            </a:extLst>
          </p:cNvPr>
          <p:cNvSpPr txBox="1"/>
          <p:nvPr/>
        </p:nvSpPr>
        <p:spPr>
          <a:xfrm>
            <a:off x="2180831" y="4913836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Dynamics365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3B31862D-39F3-9E89-A9F8-0EA790DA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460" y="4257756"/>
            <a:ext cx="615553" cy="615553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8871AC91-1AA9-AC6A-8DE4-37E3B9281465}"/>
              </a:ext>
            </a:extLst>
          </p:cNvPr>
          <p:cNvSpPr txBox="1"/>
          <p:nvPr/>
        </p:nvSpPr>
        <p:spPr>
          <a:xfrm>
            <a:off x="4531510" y="4913836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</a:p>
          <a:p>
            <a:pPr algn="ctr"/>
            <a:r>
              <a:rPr lang="pt-BR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.Net</a:t>
            </a: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7E4B7067-CDF8-F534-52DD-835BA093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796" y="4257756"/>
            <a:ext cx="615553" cy="615553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BE82A262-DBBE-D2AC-9B68-CDBF60F69A2E}"/>
              </a:ext>
            </a:extLst>
          </p:cNvPr>
          <p:cNvSpPr txBox="1"/>
          <p:nvPr/>
        </p:nvSpPr>
        <p:spPr>
          <a:xfrm>
            <a:off x="3420879" y="6082757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</a:t>
            </a:r>
            <a:r>
              <a:rPr lang="pt-BR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evOps</a:t>
            </a:r>
            <a:b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(50%)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7AFB453-B4D7-6A67-1A51-1F5A3552B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8" y="5426677"/>
            <a:ext cx="615553" cy="615553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8A5BD815-BDA6-50BD-0703-BF116BD43367}"/>
              </a:ext>
            </a:extLst>
          </p:cNvPr>
          <p:cNvSpPr txBox="1"/>
          <p:nvPr/>
        </p:nvSpPr>
        <p:spPr>
          <a:xfrm>
            <a:off x="8070415" y="3586143"/>
            <a:ext cx="340666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sz="18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Gestão de Produtos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9518D17-8014-98CC-4BB3-B1F20E944663}"/>
              </a:ext>
            </a:extLst>
          </p:cNvPr>
          <p:cNvSpPr txBox="1"/>
          <p:nvPr/>
        </p:nvSpPr>
        <p:spPr>
          <a:xfrm>
            <a:off x="7466339" y="4890361"/>
            <a:ext cx="173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</a:t>
            </a: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Manager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647D225-A402-CEC6-F07A-54852226D826}"/>
              </a:ext>
            </a:extLst>
          </p:cNvPr>
          <p:cNvSpPr txBox="1"/>
          <p:nvPr/>
        </p:nvSpPr>
        <p:spPr>
          <a:xfrm>
            <a:off x="8891911" y="4908448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  <a:r>
              <a:rPr lang="pt-BR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Fullstack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37010811-F126-BE13-885A-F9B854F4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540" y="4252368"/>
            <a:ext cx="615553" cy="615553"/>
          </a:xfrm>
          <a:prstGeom prst="rect">
            <a:avLst/>
          </a:prstGeom>
        </p:spPr>
      </p:pic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79C29E6-10AE-BC3F-85F9-C9EB84CB299B}"/>
              </a:ext>
            </a:extLst>
          </p:cNvPr>
          <p:cNvSpPr/>
          <p:nvPr/>
        </p:nvSpPr>
        <p:spPr>
          <a:xfrm>
            <a:off x="130629" y="3974841"/>
            <a:ext cx="6167534" cy="2771192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7" name="Imagem 46" descr="Ícone&#10;&#10;Descrição gerada automaticamente">
            <a:extLst>
              <a:ext uri="{FF2B5EF4-FFF2-40B4-BE49-F238E27FC236}">
                <a16:creationId xmlns:a16="http://schemas.microsoft.com/office/drawing/2014/main" id="{ECE7A4C2-3534-C28B-642E-64A8CB57A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388" y="5490157"/>
            <a:ext cx="615553" cy="6155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19DB5FF9-EE2A-8C01-B37B-A9E4BC639C2B}"/>
              </a:ext>
            </a:extLst>
          </p:cNvPr>
          <p:cNvSpPr txBox="1"/>
          <p:nvPr/>
        </p:nvSpPr>
        <p:spPr>
          <a:xfrm>
            <a:off x="8035716" y="6105710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de 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Qualidade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866468-10E4-6EC1-7F16-48B2DBE453F1}"/>
              </a:ext>
            </a:extLst>
          </p:cNvPr>
          <p:cNvSpPr txBox="1"/>
          <p:nvPr/>
        </p:nvSpPr>
        <p:spPr>
          <a:xfrm>
            <a:off x="9670984" y="6105710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</a:t>
            </a:r>
            <a:r>
              <a:rPr lang="pt-BR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evOps</a:t>
            </a:r>
            <a:b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(50%)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3A0F572A-FF77-3A03-4A95-D2013E901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613" y="5449630"/>
            <a:ext cx="615553" cy="615553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3A3699-9E57-F4D3-0961-D97B1A4DF0D7}"/>
              </a:ext>
            </a:extLst>
          </p:cNvPr>
          <p:cNvSpPr/>
          <p:nvPr/>
        </p:nvSpPr>
        <p:spPr>
          <a:xfrm>
            <a:off x="7427747" y="3974842"/>
            <a:ext cx="4692000" cy="2771192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3077B999-D8A7-9884-482D-1167D66B6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78" y="4205742"/>
            <a:ext cx="615555" cy="615555"/>
          </a:xfrm>
          <a:prstGeom prst="rect">
            <a:avLst/>
          </a:prstGeom>
        </p:spPr>
      </p:pic>
      <p:pic>
        <p:nvPicPr>
          <p:cNvPr id="21" name="Imagem 20" descr="Ícone&#10;&#10;Descrição gerada automaticamente">
            <a:extLst>
              <a:ext uri="{FF2B5EF4-FFF2-40B4-BE49-F238E27FC236}">
                <a16:creationId xmlns:a16="http://schemas.microsoft.com/office/drawing/2014/main" id="{A0FAF561-D6C5-7B5C-32EB-96ED18210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326" y="5453394"/>
            <a:ext cx="615555" cy="615555"/>
          </a:xfrm>
          <a:prstGeom prst="rect">
            <a:avLst/>
          </a:prstGeom>
        </p:spPr>
      </p:pic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47FE2CCC-F046-49CA-EDA2-C1280264F98C}"/>
              </a:ext>
            </a:extLst>
          </p:cNvPr>
          <p:cNvSpPr/>
          <p:nvPr/>
        </p:nvSpPr>
        <p:spPr>
          <a:xfrm>
            <a:off x="5094513" y="2020458"/>
            <a:ext cx="2333233" cy="1491146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7242164-DD7B-1009-2521-02BC5963E8D5}"/>
              </a:ext>
            </a:extLst>
          </p:cNvPr>
          <p:cNvSpPr txBox="1"/>
          <p:nvPr/>
        </p:nvSpPr>
        <p:spPr>
          <a:xfrm>
            <a:off x="4557797" y="1615214"/>
            <a:ext cx="340666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Liderança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CFE25EC-8241-C7D2-B6D9-3E2337C64928}"/>
              </a:ext>
            </a:extLst>
          </p:cNvPr>
          <p:cNvSpPr txBox="1"/>
          <p:nvPr/>
        </p:nvSpPr>
        <p:spPr>
          <a:xfrm>
            <a:off x="10021495" y="4908448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</a:p>
          <a:p>
            <a:pPr algn="ctr"/>
            <a:r>
              <a:rPr lang="pt-BR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Java</a:t>
            </a:r>
            <a:endParaRPr lang="pt-BR" sz="1333" b="1" dirty="0">
              <a:solidFill>
                <a:schemeClr val="accent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8" name="Imagem 47" descr="Ícone&#10;&#10;Descrição gerada automaticamente">
            <a:extLst>
              <a:ext uri="{FF2B5EF4-FFF2-40B4-BE49-F238E27FC236}">
                <a16:creationId xmlns:a16="http://schemas.microsoft.com/office/drawing/2014/main" id="{29E3BCFA-8CF4-50C1-9004-2F2B734E461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797781" y="4252368"/>
            <a:ext cx="615553" cy="61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76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762;gb538ab4eb2_0_879">
            <a:extLst>
              <a:ext uri="{FF2B5EF4-FFF2-40B4-BE49-F238E27FC236}">
                <a16:creationId xmlns:a16="http://schemas.microsoft.com/office/drawing/2014/main" id="{87D98B91-49E5-95B0-E0D3-94D78EC14E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B3A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pt-BR" sz="2400"/>
          </a:p>
        </p:txBody>
      </p:sp>
      <p:sp>
        <p:nvSpPr>
          <p:cNvPr id="1885" name="Google Shape;1885;p152"/>
          <p:cNvSpPr txBox="1"/>
          <p:nvPr/>
        </p:nvSpPr>
        <p:spPr>
          <a:xfrm>
            <a:off x="358500" y="527729"/>
            <a:ext cx="11103200" cy="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Estrutura da Equipe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BD1A91-D20D-F318-5790-ACE1B962A036}"/>
              </a:ext>
            </a:extLst>
          </p:cNvPr>
          <p:cNvSpPr txBox="1"/>
          <p:nvPr/>
        </p:nvSpPr>
        <p:spPr>
          <a:xfrm>
            <a:off x="1930125" y="3617446"/>
            <a:ext cx="340666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sz="18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Captar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96395E-4DB1-5705-CF36-23D91F60396A}"/>
              </a:ext>
            </a:extLst>
          </p:cNvPr>
          <p:cNvSpPr txBox="1"/>
          <p:nvPr/>
        </p:nvSpPr>
        <p:spPr>
          <a:xfrm>
            <a:off x="4338327" y="4930888"/>
            <a:ext cx="2116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David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1BD9EBC9-F705-ED86-A92F-34FCCFFB2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106" y="4201925"/>
            <a:ext cx="615553" cy="61555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6727F2-BCBC-613A-DADD-96AC267855DC}"/>
              </a:ext>
            </a:extLst>
          </p:cNvPr>
          <p:cNvSpPr txBox="1"/>
          <p:nvPr/>
        </p:nvSpPr>
        <p:spPr>
          <a:xfrm>
            <a:off x="-475501" y="4903223"/>
            <a:ext cx="2116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Nathalia</a:t>
            </a: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E9EC9815-F6F6-FD00-9359-D06E396C5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01" y="4201925"/>
            <a:ext cx="615555" cy="615555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84FDA48A-D5AF-AD4B-1800-481DA87D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650" y="5629073"/>
            <a:ext cx="615553" cy="615553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10948E-C130-83C0-BCCD-E42609BFB132}"/>
              </a:ext>
            </a:extLst>
          </p:cNvPr>
          <p:cNvSpPr txBox="1"/>
          <p:nvPr/>
        </p:nvSpPr>
        <p:spPr>
          <a:xfrm>
            <a:off x="1488751" y="6234339"/>
            <a:ext cx="723601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Amax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09F6AA6-8F11-8E69-FF2B-A64947ED21EE}"/>
              </a:ext>
            </a:extLst>
          </p:cNvPr>
          <p:cNvSpPr txBox="1"/>
          <p:nvPr/>
        </p:nvSpPr>
        <p:spPr>
          <a:xfrm>
            <a:off x="5799659" y="2781282"/>
            <a:ext cx="173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Nathan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Imagem 28" descr="Ícone&#10;&#10;Descrição gerada automaticamente">
            <a:extLst>
              <a:ext uri="{FF2B5EF4-FFF2-40B4-BE49-F238E27FC236}">
                <a16:creationId xmlns:a16="http://schemas.microsoft.com/office/drawing/2014/main" id="{784DF040-3C8F-F411-E176-04E9E1168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520" y="2073971"/>
            <a:ext cx="615553" cy="615553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517C66AA-E15C-5D87-15BF-2132DE69F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875" y="5595535"/>
            <a:ext cx="615553" cy="61555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D550DAA-F7C2-20DB-25FF-EFEEB6256332}"/>
              </a:ext>
            </a:extLst>
          </p:cNvPr>
          <p:cNvSpPr txBox="1"/>
          <p:nvPr/>
        </p:nvSpPr>
        <p:spPr>
          <a:xfrm>
            <a:off x="2790158" y="6211088"/>
            <a:ext cx="959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Angélica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F1F6CBB-A4BD-4351-6B85-613CBEB4E2C6}"/>
              </a:ext>
            </a:extLst>
          </p:cNvPr>
          <p:cNvSpPr txBox="1"/>
          <p:nvPr/>
        </p:nvSpPr>
        <p:spPr>
          <a:xfrm>
            <a:off x="3211295" y="4930888"/>
            <a:ext cx="1554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André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3B31862D-39F3-9E89-A9F8-0EA790DA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513" y="4201925"/>
            <a:ext cx="615553" cy="615553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8871AC91-1AA9-AC6A-8DE4-37E3B9281465}"/>
              </a:ext>
            </a:extLst>
          </p:cNvPr>
          <p:cNvSpPr txBox="1"/>
          <p:nvPr/>
        </p:nvSpPr>
        <p:spPr>
          <a:xfrm>
            <a:off x="5395414" y="4930888"/>
            <a:ext cx="2116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Marcos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7E4B7067-CDF8-F534-52DD-835BA093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017" y="4201925"/>
            <a:ext cx="615553" cy="615553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BE82A262-DBBE-D2AC-9B68-CDBF60F69A2E}"/>
              </a:ext>
            </a:extLst>
          </p:cNvPr>
          <p:cNvSpPr txBox="1"/>
          <p:nvPr/>
        </p:nvSpPr>
        <p:spPr>
          <a:xfrm>
            <a:off x="3940800" y="6105710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Kallebe</a:t>
            </a:r>
            <a:endParaRPr lang="en-US" sz="1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(50%)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7AFB453-B4D7-6A67-1A51-1F5A3552B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429" y="5449630"/>
            <a:ext cx="615553" cy="615553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8A5BD815-BDA6-50BD-0703-BF116BD43367}"/>
              </a:ext>
            </a:extLst>
          </p:cNvPr>
          <p:cNvSpPr txBox="1"/>
          <p:nvPr/>
        </p:nvSpPr>
        <p:spPr>
          <a:xfrm>
            <a:off x="8140875" y="3617446"/>
            <a:ext cx="340666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sz="18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Gestão de Produtos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79C29E6-10AE-BC3F-85F9-C9EB84CB299B}"/>
              </a:ext>
            </a:extLst>
          </p:cNvPr>
          <p:cNvSpPr/>
          <p:nvPr/>
        </p:nvSpPr>
        <p:spPr>
          <a:xfrm>
            <a:off x="130629" y="4023485"/>
            <a:ext cx="6876662" cy="2722547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39D9A7-B73C-CC58-3CAE-0013732AED5B}"/>
              </a:ext>
            </a:extLst>
          </p:cNvPr>
          <p:cNvSpPr txBox="1"/>
          <p:nvPr/>
        </p:nvSpPr>
        <p:spPr>
          <a:xfrm>
            <a:off x="4950885" y="2781282"/>
            <a:ext cx="852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Philipe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(50%)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88280482-C9F2-F562-EAE7-201651F48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614" y="2073766"/>
            <a:ext cx="615553" cy="61555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35D2CBFB-3699-57B6-5A01-8743738F2DAB}"/>
              </a:ext>
            </a:extLst>
          </p:cNvPr>
          <p:cNvSpPr txBox="1"/>
          <p:nvPr/>
        </p:nvSpPr>
        <p:spPr>
          <a:xfrm>
            <a:off x="1867493" y="4930888"/>
            <a:ext cx="1554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Gustavo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DF924095-8ED4-2982-C663-99549FFA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406" y="4201925"/>
            <a:ext cx="615553" cy="61555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38A07F5-363E-6574-64B7-1B0D31A5E05C}"/>
              </a:ext>
            </a:extLst>
          </p:cNvPr>
          <p:cNvSpPr txBox="1"/>
          <p:nvPr/>
        </p:nvSpPr>
        <p:spPr>
          <a:xfrm>
            <a:off x="7466339" y="4890361"/>
            <a:ext cx="173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Adriana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F6A2F28-6CA1-A689-52F9-C20831115E9D}"/>
              </a:ext>
            </a:extLst>
          </p:cNvPr>
          <p:cNvSpPr txBox="1"/>
          <p:nvPr/>
        </p:nvSpPr>
        <p:spPr>
          <a:xfrm>
            <a:off x="8891911" y="4908448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Dynamics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65339384-49B4-7137-24A8-65AF678EF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540" y="4252368"/>
            <a:ext cx="615553" cy="615553"/>
          </a:xfrm>
          <a:prstGeom prst="rect">
            <a:avLst/>
          </a:prstGeom>
        </p:spPr>
      </p:pic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A6E04FE4-4E0E-B7AC-5E3D-272E71ED9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388" y="5490157"/>
            <a:ext cx="615553" cy="615553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155DB15-B13D-CAA2-CC02-6A1C952D3231}"/>
              </a:ext>
            </a:extLst>
          </p:cNvPr>
          <p:cNvSpPr txBox="1"/>
          <p:nvPr/>
        </p:nvSpPr>
        <p:spPr>
          <a:xfrm>
            <a:off x="8035716" y="6105710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de 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Qualidade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3F83879-0780-757F-0E5D-AFE27CC3B4F8}"/>
              </a:ext>
            </a:extLst>
          </p:cNvPr>
          <p:cNvSpPr txBox="1"/>
          <p:nvPr/>
        </p:nvSpPr>
        <p:spPr>
          <a:xfrm>
            <a:off x="10021495" y="4908448"/>
            <a:ext cx="21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</a:p>
          <a:p>
            <a:pPr algn="ctr"/>
            <a:r>
              <a:rPr lang="pt-BR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Java</a:t>
            </a:r>
            <a:endParaRPr lang="pt-BR" sz="1333" b="1" dirty="0">
              <a:solidFill>
                <a:schemeClr val="accent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74E283BC-4DB6-427B-F69A-1A10BD3AE0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797781" y="4252368"/>
            <a:ext cx="615553" cy="615553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5238E7B1-D5FA-942B-5440-F0A2CE243165}"/>
              </a:ext>
            </a:extLst>
          </p:cNvPr>
          <p:cNvSpPr txBox="1"/>
          <p:nvPr/>
        </p:nvSpPr>
        <p:spPr>
          <a:xfrm>
            <a:off x="9670984" y="6105710"/>
            <a:ext cx="155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kallebe</a:t>
            </a:r>
            <a:b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(50%)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D04F8A6B-2FFC-1D09-D03D-DD50728C3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613" y="5449630"/>
            <a:ext cx="615553" cy="615553"/>
          </a:xfrm>
          <a:prstGeom prst="rect">
            <a:avLst/>
          </a:prstGeom>
        </p:spPr>
      </p:pic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4C280AB-34CA-8767-22C6-E56ED1DBC778}"/>
              </a:ext>
            </a:extLst>
          </p:cNvPr>
          <p:cNvSpPr/>
          <p:nvPr/>
        </p:nvSpPr>
        <p:spPr>
          <a:xfrm>
            <a:off x="7427747" y="3974842"/>
            <a:ext cx="4692000" cy="2771192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" name="Imagem 39" descr="Ícone&#10;&#10;Descrição gerada automaticamente">
            <a:extLst>
              <a:ext uri="{FF2B5EF4-FFF2-40B4-BE49-F238E27FC236}">
                <a16:creationId xmlns:a16="http://schemas.microsoft.com/office/drawing/2014/main" id="{37D4B2A0-3125-79E7-CAB2-C2952F191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78" y="4205742"/>
            <a:ext cx="615555" cy="615555"/>
          </a:xfrm>
          <a:prstGeom prst="rect">
            <a:avLst/>
          </a:prstGeom>
        </p:spPr>
      </p:pic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6F5E4E32-BA02-53E5-87C8-139F207F2671}"/>
              </a:ext>
            </a:extLst>
          </p:cNvPr>
          <p:cNvSpPr/>
          <p:nvPr/>
        </p:nvSpPr>
        <p:spPr>
          <a:xfrm>
            <a:off x="4819853" y="1884767"/>
            <a:ext cx="2272512" cy="1491146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7589BD78-FE85-9501-959C-2001B4681CE3}"/>
              </a:ext>
            </a:extLst>
          </p:cNvPr>
          <p:cNvSpPr txBox="1"/>
          <p:nvPr/>
        </p:nvSpPr>
        <p:spPr>
          <a:xfrm>
            <a:off x="3361007" y="1394256"/>
            <a:ext cx="514513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Liderança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9F8AE9D-CFF3-2C03-D7AC-D090E21268AA}"/>
              </a:ext>
            </a:extLst>
          </p:cNvPr>
          <p:cNvSpPr txBox="1"/>
          <p:nvPr/>
        </p:nvSpPr>
        <p:spPr>
          <a:xfrm>
            <a:off x="1205332" y="4909441"/>
            <a:ext cx="856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Philipe</a:t>
            </a:r>
            <a:b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(50%)</a:t>
            </a:r>
            <a:endParaRPr lang="pt-BR" sz="133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8" name="Imagem 57" descr="Ícone&#10;&#10;Descrição gerada automaticamente">
            <a:extLst>
              <a:ext uri="{FF2B5EF4-FFF2-40B4-BE49-F238E27FC236}">
                <a16:creationId xmlns:a16="http://schemas.microsoft.com/office/drawing/2014/main" id="{ACB95A05-C7E5-2D1F-88F3-3A4D0F236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062" y="4201925"/>
            <a:ext cx="615553" cy="615553"/>
          </a:xfrm>
          <a:prstGeom prst="rect">
            <a:avLst/>
          </a:prstGeom>
        </p:spPr>
      </p:pic>
      <p:cxnSp>
        <p:nvCxnSpPr>
          <p:cNvPr id="1859" name="Conector: Curvo 1858">
            <a:extLst>
              <a:ext uri="{FF2B5EF4-FFF2-40B4-BE49-F238E27FC236}">
                <a16:creationId xmlns:a16="http://schemas.microsoft.com/office/drawing/2014/main" id="{4D7504D4-8FFB-BB07-51DF-C6FFFD098D01}"/>
              </a:ext>
            </a:extLst>
          </p:cNvPr>
          <p:cNvCxnSpPr>
            <a:stCxn id="17" idx="0"/>
          </p:cNvCxnSpPr>
          <p:nvPr/>
        </p:nvCxnSpPr>
        <p:spPr>
          <a:xfrm rot="5400000" flipH="1" flipV="1">
            <a:off x="1827644" y="1263644"/>
            <a:ext cx="1693617" cy="4182946"/>
          </a:xfrm>
          <a:prstGeom prst="curvedConnector2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06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98</Words>
  <Application>Microsoft Office PowerPoint</Application>
  <PresentationFormat>Widescreen</PresentationFormat>
  <Paragraphs>52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Poppins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Filippe Saba</dc:creator>
  <cp:lastModifiedBy>Filippe Saba</cp:lastModifiedBy>
  <cp:revision>1</cp:revision>
  <dcterms:created xsi:type="dcterms:W3CDTF">2023-08-03T17:14:10Z</dcterms:created>
  <dcterms:modified xsi:type="dcterms:W3CDTF">2023-08-03T18:33:41Z</dcterms:modified>
</cp:coreProperties>
</file>